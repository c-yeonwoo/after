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c5d0dcee84638" /><Relationship Type="http://schemas.openxmlformats.org/officeDocument/2006/relationships/extended-properties" Target="/docProps/app.xml" Id="Rca8189b904194ca0" /><Relationship Type="http://schemas.openxmlformats.org/officeDocument/2006/relationships/officeDocument" Target="/ppt/presentation.xml" Id="R324752bb6461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5fa01ce8c4ad7"/>
  </p:sldMasterIdLst>
  <p:notesMasterIdLst>
    <p:notesMasterId xmlns:r="http://schemas.openxmlformats.org/officeDocument/2006/relationships" r:id="R1f91d2cc3a604682"/>
  </p:notesMasterIdLst>
  <p:sldIdLst>
    <p:sldId xmlns:r="http://schemas.openxmlformats.org/officeDocument/2006/relationships" id="256" r:id="Raff3654bd6794484"/>
    <p:sldId xmlns:r="http://schemas.openxmlformats.org/officeDocument/2006/relationships" id="257" r:id="R59110537374743c7"/>
    <p:sldId xmlns:r="http://schemas.openxmlformats.org/officeDocument/2006/relationships" id="258" r:id="Rd5662bb7c52d492d"/>
    <p:sldId xmlns:r="http://schemas.openxmlformats.org/officeDocument/2006/relationships" id="259" r:id="Re95f35167c074899"/>
    <p:sldId xmlns:r="http://schemas.openxmlformats.org/officeDocument/2006/relationships" id="260" r:id="R3637a0caabcf4c8a"/>
    <p:sldId xmlns:r="http://schemas.openxmlformats.org/officeDocument/2006/relationships" id="261" r:id="R245d12db7b774df4"/>
    <p:sldId xmlns:r="http://schemas.openxmlformats.org/officeDocument/2006/relationships" id="262" r:id="R7433a858e1364fea"/>
    <p:sldId xmlns:r="http://schemas.openxmlformats.org/officeDocument/2006/relationships" id="263" r:id="R2281b239c4fe451f"/>
    <p:sldId xmlns:r="http://schemas.openxmlformats.org/officeDocument/2006/relationships" id="264" r:id="Rfa2edf724ebf4618"/>
    <p:sldId xmlns:r="http://schemas.openxmlformats.org/officeDocument/2006/relationships" id="265" r:id="R3c7bf1f7ed7446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1064dada8426a" /><Relationship Type="http://schemas.openxmlformats.org/officeDocument/2006/relationships/slideMaster" Target="/ppt/slideMasters/slideMaster1.xml" Id="R0175fa01ce8c4ad7" /><Relationship Type="http://schemas.openxmlformats.org/officeDocument/2006/relationships/notesMaster" Target="/ppt/notesMasters/notesMaster1.xml" Id="R1f91d2cc3a604682" /><Relationship Type="http://schemas.openxmlformats.org/officeDocument/2006/relationships/presProps" Target="/ppt/presProps.xml" Id="Rfa4a5995132143f4" /><Relationship Type="http://schemas.openxmlformats.org/officeDocument/2006/relationships/tableStyles" Target="/ppt/tableStyles.xml" Id="R9ff4fea119bf4bdd" /><Relationship Type="http://schemas.openxmlformats.org/officeDocument/2006/relationships/slide" Target="/ppt/slides/slide1.xml" Id="Raff3654bd6794484" /><Relationship Type="http://schemas.openxmlformats.org/officeDocument/2006/relationships/slide" Target="/ppt/slides/slide2.xml" Id="R59110537374743c7" /><Relationship Type="http://schemas.openxmlformats.org/officeDocument/2006/relationships/slide" Target="/ppt/slides/slide3.xml" Id="Rd5662bb7c52d492d" /><Relationship Type="http://schemas.openxmlformats.org/officeDocument/2006/relationships/slide" Target="/ppt/slides/slide4.xml" Id="Re95f35167c074899" /><Relationship Type="http://schemas.openxmlformats.org/officeDocument/2006/relationships/slide" Target="/ppt/slides/slide5.xml" Id="R3637a0caabcf4c8a" /><Relationship Type="http://schemas.openxmlformats.org/officeDocument/2006/relationships/slide" Target="/ppt/slides/slide6.xml" Id="R245d12db7b774df4" /><Relationship Type="http://schemas.openxmlformats.org/officeDocument/2006/relationships/slide" Target="/ppt/slides/slide7.xml" Id="R7433a858e1364fea" /><Relationship Type="http://schemas.openxmlformats.org/officeDocument/2006/relationships/slide" Target="/ppt/slides/slide8.xml" Id="R2281b239c4fe451f" /><Relationship Type="http://schemas.openxmlformats.org/officeDocument/2006/relationships/slide" Target="/ppt/slides/slide9.xml" Id="Rfa2edf724ebf4618" /><Relationship Type="http://schemas.openxmlformats.org/officeDocument/2006/relationships/slide" Target="/ppt/slides/slide10.xml" Id="R3c7bf1f7ed7446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69fd55b1940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b9877709d4d19" /><Relationship Type="http://schemas.openxmlformats.org/officeDocument/2006/relationships/notesMaster" Target="/ppt/notesMasters/notesMaster1.xml" Id="Red3831991783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96e3476414dee" /><Relationship Type="http://schemas.openxmlformats.org/officeDocument/2006/relationships/notesMaster" Target="/ppt/notesMasters/notesMaster1.xml" Id="R427671cc5390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abccc41c234217" /><Relationship Type="http://schemas.openxmlformats.org/officeDocument/2006/relationships/notesMaster" Target="/ppt/notesMasters/notesMaster1.xml" Id="R6123a8d0f089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8d1c3e05d4c1f" /><Relationship Type="http://schemas.openxmlformats.org/officeDocument/2006/relationships/notesMaster" Target="/ppt/notesMasters/notesMaster1.xml" Id="R34edb9f408df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7b9ec0d4c41ad" /><Relationship Type="http://schemas.openxmlformats.org/officeDocument/2006/relationships/notesMaster" Target="/ppt/notesMasters/notesMaster1.xml" Id="R86e12b336ba44c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3de8ebc33e4eba" /><Relationship Type="http://schemas.openxmlformats.org/officeDocument/2006/relationships/notesMaster" Target="/ppt/notesMasters/notesMaster1.xml" Id="R2884e2dea664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466d7f55f4d5e" /><Relationship Type="http://schemas.openxmlformats.org/officeDocument/2006/relationships/notesMaster" Target="/ppt/notesMasters/notesMaster1.xml" Id="R5e431d90563c43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e32b0c03104b4e" /><Relationship Type="http://schemas.openxmlformats.org/officeDocument/2006/relationships/notesMaster" Target="/ppt/notesMasters/notesMaster1.xml" Id="R401304ce45fb44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bf44be34ef441c" /><Relationship Type="http://schemas.openxmlformats.org/officeDocument/2006/relationships/notesMaster" Target="/ppt/notesMasters/notesMaster1.xml" Id="Rc9107d4bd84647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8ef2bde25d4df5" /><Relationship Type="http://schemas.openxmlformats.org/officeDocument/2006/relationships/notesMaster" Target="/ppt/notesMasters/notesMaster1.xml" Id="R8d46988713a7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상호·사업자번호·URL: 앱 정책 데이터(src/lib/policy.ts). 테스트 계정 ID: docs/toss-payments-merchant-application.md. 비밀번호는 저장소 및 PPT에 포함하지 않음. 화면 캡처는 2026-10-10 로컬 테스트 환경. 운영 사이트는 무료 베타 플래그로 결제 비활성.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화면: deliverables/toss-screens/02-business-footer.png. 전화번호는 공개 페이지에 현재 없음. 토스 가이드 7페이지는 사이트 하단 전화번호까지 요구하므로 이 슬라이드는 완전 충족 증빙이 아님. 주소 상세는 사업자등록증 원문과 대조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약관 화면: deliverables/toss-screens/03-refund-policy-a.png, 03-refund-policy-b.png. 공개 운영은 아직 무료 베타. 법률 근거: https://www.law.go.kr/LSW/lsLinkCommonInfo.do?chrClsCd=010202&amp;lsJoLnkSeq=1031805939 (전자상거래법 제17조); 부분 취소 기술 근거: https://docs.tosspayments.com/guides/v2/cancel-payment. 법률 검토는 별도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로그인 화면: deliverables/toss-screens/05-login.png. 운영 심사자 계정 ID는 문서에 기재, 비밀번호는 PPT에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유료 플래그 화면: deliverables/toss-screens/04-store-meeting-ready.png. 공개 운영 사이트는 현재 무료 베타 플래그로 같은 URL에 가격 대신 무료 신청 표시.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토스 테스트키 화면: deliverables/toss-screens/06-checkout-card.png. 화면의 테스트 환경 배너는 토스 위젯 제공. 실제 청구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토스 테스트키 화면: deliverables/toss-screens/07-checkout-confirm.png. 결제 버튼을 누른 다음 카드 인증창으로 이동.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로컬 테스트 화면: deliverables/toss-screens/08-toss-card-gateway.png. 토스 결제창을 열었으며 카드 인증 완료 전 캡처. 2026-10-10의 별도 30,000원 카드 테스트 승인·전액 취소는 Toss API 상태 CANCELED까지 확인되었으나, 이 캡처와 동일 주문은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선행 샌드박스 캡처: deliverables/toss-screens/09-payment-success.png, 10-order-cancel-action.png, 11-order-canceled.png. 이 세 캡처는 2026-10-09 이전 계좌이체 테스트 주문이며 8번 슬라이드의 국민카드 주문과 동일 거래가 아님. 2026-10-10 별도 카드 30,000원 승인·전액 취소는 API로 검증했지만 카드 성공화면 스크린샷은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가이드 원문: /Users/ys.choi/Downloads/1. 웹 홈페이지, 다운불요APP) 결제경로_제작_가이드.pdf. 가이드 7페이지는 사이트 하단 사업자 전화번호까지 요구. 공개 사이트는 무료 베타 결제 OFF라 카드사 최종 심사용 운영 캡처로 대체할 수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64f298dd540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9923af42d4a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ae9d4cb6343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4396ddf9441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a210758cb48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2986c07ba48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D1AB6C-299F-4FCB-8B97-A06B41D60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C6DB61-C8EE-4C31-8569-01AD1B2C65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A0742F-CF6E-48C6-9FF4-3A630ECF5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081766-4813-4FFD-A442-E29F9674C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188382-AE7B-4ABA-87BA-74D31F7DF8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876C1A-7CCC-4438-BE62-52CAF3A79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9C031C-C1D9-4842-A4E6-351E76451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0DF541-5798-4076-B91E-9603192EC5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015974-B76C-4742-B1E7-6AB6E1872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C9C877-B63A-4533-BA4C-E1AB818EA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8b8d791234ab4" /><Relationship Type="http://schemas.openxmlformats.org/officeDocument/2006/relationships/slideLayout" Target="/ppt/slideLayouts/slideLayout1.xml" Id="Raafea0325663435d" /><Relationship Type="http://schemas.openxmlformats.org/officeDocument/2006/relationships/slideLayout" Target="/ppt/slideLayouts/slideLayout2.xml" Id="R76bc776e1c204d4e" /><Relationship Type="http://schemas.openxmlformats.org/officeDocument/2006/relationships/slideLayout" Target="/ppt/slideLayouts/slideLayout3.xml" Id="R6446be582a2142db" /><Relationship Type="http://schemas.openxmlformats.org/officeDocument/2006/relationships/slideLayout" Target="/ppt/slideLayouts/slideLayout4.xml" Id="R06a56bdcdea04768" /><Relationship Type="http://schemas.openxmlformats.org/officeDocument/2006/relationships/slideLayout" Target="/ppt/slideLayouts/slideLayout5.xml" Id="R10bce6134bc54368" /><Relationship Type="http://schemas.openxmlformats.org/officeDocument/2006/relationships/slideLayout" Target="/ppt/slideLayouts/slideLayout6.xml" Id="R4cefda77d61f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ea0325663435d"/>
    <p:sldLayoutId xmlns:r="http://schemas.openxmlformats.org/officeDocument/2006/relationships" id="2147483650" r:id="R76bc776e1c204d4e"/>
    <p:sldLayoutId xmlns:r="http://schemas.openxmlformats.org/officeDocument/2006/relationships" id="2147483651" r:id="R6446be582a2142db"/>
    <p:sldLayoutId xmlns:r="http://schemas.openxmlformats.org/officeDocument/2006/relationships" id="2147483652" r:id="R06a56bdcdea04768"/>
    <p:sldLayoutId xmlns:r="http://schemas.openxmlformats.org/officeDocument/2006/relationships" id="2147483653" r:id="R10bce6134bc54368"/>
    <p:sldLayoutId xmlns:r="http://schemas.openxmlformats.org/officeDocument/2006/relationships" id="2147483654" r:id="R4cefda77d61f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765ba17a34efc" /><Relationship Type="http://schemas.openxmlformats.org/officeDocument/2006/relationships/notesSlide" Target="/ppt/notesSlides/notesSlide1.xml" Id="Red66a00a1b0241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51d7979844cae" /><Relationship Type="http://schemas.openxmlformats.org/officeDocument/2006/relationships/image" Target="/ppt/media/image.jpeg" Id="Rc0c1f15860e047f5" /><Relationship Type="http://schemas.openxmlformats.org/officeDocument/2006/relationships/notesSlide" Target="/ppt/notesSlides/notesSlide2.xml" Id="R46a2f6d2c51f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0ed3ac1cb4de5" /><Relationship Type="http://schemas.openxmlformats.org/officeDocument/2006/relationships/image" Target="/ppt/media/image2.jpeg" Id="R7137d515cda54377" /><Relationship Type="http://schemas.openxmlformats.org/officeDocument/2006/relationships/image" Target="/ppt/media/image3.jpeg" Id="R39fa57b434ad4a65" /><Relationship Type="http://schemas.openxmlformats.org/officeDocument/2006/relationships/notesSlide" Target="/ppt/notesSlides/notesSlide3.xml" Id="R9e6e0112f9f1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f84cd5f674219" /><Relationship Type="http://schemas.openxmlformats.org/officeDocument/2006/relationships/image" Target="/ppt/media/image4.jpeg" Id="R5bbb7ea60250410b" /><Relationship Type="http://schemas.openxmlformats.org/officeDocument/2006/relationships/notesSlide" Target="/ppt/notesSlides/notesSlide4.xml" Id="R2ce5eb102fb647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d6f9e32ef4e0e" /><Relationship Type="http://schemas.openxmlformats.org/officeDocument/2006/relationships/image" Target="/ppt/media/image5.jpeg" Id="R58068cc8c0574fab" /><Relationship Type="http://schemas.openxmlformats.org/officeDocument/2006/relationships/notesSlide" Target="/ppt/notesSlides/notesSlide5.xml" Id="R85d72333c183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89d71d46d42f9" /><Relationship Type="http://schemas.openxmlformats.org/officeDocument/2006/relationships/image" Target="/ppt/media/image6.jpeg" Id="R24b36e46df6c4368" /><Relationship Type="http://schemas.openxmlformats.org/officeDocument/2006/relationships/notesSlide" Target="/ppt/notesSlides/notesSlide6.xml" Id="R1b98bf4fd54645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236157ce14fbf" /><Relationship Type="http://schemas.openxmlformats.org/officeDocument/2006/relationships/image" Target="/ppt/media/image7.jpeg" Id="Rfc36eca7f80a4b4d" /><Relationship Type="http://schemas.openxmlformats.org/officeDocument/2006/relationships/notesSlide" Target="/ppt/notesSlides/notesSlide7.xml" Id="Ra22212dccd2645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9d32347904712" /><Relationship Type="http://schemas.openxmlformats.org/officeDocument/2006/relationships/image" Target="/ppt/media/image8.jpeg" Id="R2de20c86b2674c86" /><Relationship Type="http://schemas.openxmlformats.org/officeDocument/2006/relationships/notesSlide" Target="/ppt/notesSlides/notesSlide8.xml" Id="Rdd0caf57e70048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ed2de0a0343ec" /><Relationship Type="http://schemas.openxmlformats.org/officeDocument/2006/relationships/image" Target="/ppt/media/image.png" Id="Rf0b2ccae1f174c51" /><Relationship Type="http://schemas.openxmlformats.org/officeDocument/2006/relationships/image" Target="/ppt/media/image2.png" Id="Raac56ac954c64637" /><Relationship Type="http://schemas.openxmlformats.org/officeDocument/2006/relationships/image" Target="/ppt/media/image3.png" Id="R62252cf120734435" /><Relationship Type="http://schemas.openxmlformats.org/officeDocument/2006/relationships/notesSlide" Target="/ppt/notesSlides/notesSlide9.xml" Id="R64eb66a2df7148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07dfab8424510" /><Relationship Type="http://schemas.openxmlformats.org/officeDocument/2006/relationships/notesSlide" Target="/ppt/notesSlides/notesSlide10.xml" Id="Ra24bcddceb4c4e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2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045D3-82B2-4A53-AB72-2131EF6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6E973-7A41-40B9-B3AA-23236B3F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9A85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9A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9A85F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2CFA3-2751-41CC-B38E-555F98E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애프터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265EE-F937-4993-AFA8-B545505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rPr>
              <a:t>웹 홈페이지 · 다운로드 불필요 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720A4-3C25-4FF3-8F7D-9D9C3835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35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7EC3-C559-4AB1-A3B5-9CE7BAF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rPr>
              <a:t>상호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A7F5E-BF7B-4973-84EE-F082069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널디선데이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2C37D-AA31-4AA9-8B22-7C0A5E46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rPr>
              <a:t>사업자등록번호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61FD-E849-48C2-9DCE-110B5B3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538-04-03325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9B1A7-5C4B-4B11-9849-402D7CB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rPr>
              <a:t>서비스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97C30-91A1-45D9-B26E-1265F231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https://aftersunset.kr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A9DA4-EE24-4CC5-B8F4-1A8C65A2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B9BCC4"/>
                </a:solidFill>
                <a:latin typeface="Apple SD Gothic Neo"/>
                <a:ea typeface="Apple SD Gothic Neo"/>
                <a:cs typeface="Apple SD Gothic Neo"/>
              </a:rPr>
              <a:t>심사 테스트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AB426-8B31-4915-A0EF-2F60583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91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review-male@eclps.kr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28176-060D-44D1-A90F-254A3A92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FD0D4"/>
                </a:solidFill>
                <a:latin typeface="Apple SD Gothic Neo"/>
                <a:ea typeface="Apple SD Gothic Neo"/>
                <a:cs typeface="Apple SD Gothic Neo"/>
              </a:rPr>
              <a:t>테스트 비밀번호와 사업자 연락처는 심사 회신 메일로 별도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AE18A-1724-47B2-82A9-563A77AE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9125"/>
            <a:ext cx="3276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ECF3E-04F3-4F94-9573-6FCB92ED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38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로컬 샌드박스 결제경로 증빙</a:t>
            </a:r>
          </a:p>
        </p:txBody>
      </p:sp>
    </p:spTree>
    <p:extLst>
      <p:ext uri="{BB962C8B-B14F-4D97-AF65-F5344CB8AC3E}">
        <p14:creationId xmlns:p14="http://schemas.microsoft.com/office/powerpoint/2010/main" val="1178208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ECDF1-602C-45BB-9C6F-7462605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2FD13-C604-4F59-B27B-E22A283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ACCD4-1B69-4B59-A59A-776A1CB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사업자 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AA44D-1669-4325-BE5E-A975BA37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이용약관 하단에 공개된 실제 사업자 표기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50DFE-472D-400A-99F1-3DF5044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01631-DC65-465E-915B-58A096F7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71E7C-A524-4A8F-91A5-41F042B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2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88451-6614-4F00-BA4B-76D15B8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DF965-E11C-43B9-8C06-8ACA83C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상호 · 대표자 · 등록번호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59E7C-14F7-43F5-9660-B1FB2E31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널디선데이 · 최연석 · 538-04-03325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0F2C2-392D-4F65-92E5-A9D26C1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7AFC1-C765-46D4-A562-0296AE5D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통신판매업 신고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DECD-4D28-4F37-B8CD-B89BCDB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2025-별내-1148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62FEF-850F-4EA1-B838-E7CE3B3E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61D58-CA65-4FF8-8C8A-2B28EDAF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사업장 주소 · 문의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012BC-ECE8-4A6F-8CB7-833CEF8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별내5로 119 · aftersunset.officially@gmail.com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FFD9A-8A09-4B77-A6B6-E4A00DA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561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51A2-D8CA-4199-BE6F-577A7903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전화번호는 이메일 별도 전달 / 공개 페이지 미기재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090FE-59A2-4D15-9BAB-41FE8223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76425"/>
            <a:ext cx="44958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0D354-1F08-43A6-B5F0-A0F35ECC4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1f15860e047f5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6953250" y="1952625"/>
            <a:ext cx="4343400" cy="407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246D2-3B6B-4797-86CA-3C752B2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7E836-5717-48FE-B6D2-E9D25478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F686B-9097-4211-B92C-CABEB0A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환불 및 티켓 반환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41288-B455-4350-8F41-C3E7E831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현금 청약철회와 만남 불발 시 티켓 반환을 분리해 고지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06974-0AB1-45CF-A652-E79C896B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2AF5E-6E3B-41DC-A761-CBADF55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69B29-F377-4061-B5A1-99281B31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3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B62C-D523-44CA-B34E-E5C6D462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95475"/>
            <a:ext cx="49149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FA745-538E-4CDA-BAFD-0955AAAE9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7d515cda54377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714375" y="1971675"/>
            <a:ext cx="4762500" cy="3733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6F1C2-FB4C-47E7-838F-32287F9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95475"/>
            <a:ext cx="49149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F797D-902E-4088-B8C0-20C8A9B6A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a57b434ad4a65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6705600" y="1971675"/>
            <a:ext cx="4762500" cy="3733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CA87D-7AD9-442B-8340-B169DDF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① 미사용 주문과 묶음 잔여분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4225F-C4A9-4F66-B329-003B3E7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5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② 사용분·만남 불발·문의</a:t>
            </a:r>
          </a:p>
        </p:txBody>
      </p:sp>
    </p:spTree>
    <p:extLst>
      <p:ext uri="{BB962C8B-B14F-4D97-AF65-F5344CB8AC3E}">
        <p14:creationId xmlns:p14="http://schemas.microsoft.com/office/powerpoint/2010/main" val="1305057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48C20-4C28-48D1-84CC-0FB4A7D9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CF4F2-EA74-49B1-ABFB-04AEF86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49D12-6C04-4979-9681-0842AB26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로그인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3DAAB-06F2-4970-A2BE-96E814F9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비회원 결제 불가 · 일반 회원 계정으로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696C8-F261-4D15-90CD-96AA2A45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7684D-5ADC-459F-9744-DE50142A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C627B-98B0-40AF-B2FC-142DE28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4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6DE64-7C8C-4F14-A00D-0959CC0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E70A0-76BE-4F8B-B88B-C6BAAC4B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진입 주소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119EC-C880-4F3B-9B39-B7AEC944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https://aftersunset.kr/login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06679-81EB-4E1A-B912-BAEA7E95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26EE4-4F2B-409D-AC9C-8A22A094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심사 계정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4FCBF-3CF9-4059-9357-05BE4AAF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review-male@eclps.kr (일반 회원 권한)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E7739-ECCC-4AD6-A44C-164F0C7E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8FE80-B3F1-476A-B3CB-47C9E13D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비밀번호 전달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7808E-66AC-4CF2-B661-3F2EC1A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심사 회신 메일에 별도 기재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25D36-7BD2-4B25-B067-F686CA96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4248150" cy="4333875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BAA92-3A92-4A79-A036-951E7DAA8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b7ea60250410b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7181850" y="1924050"/>
            <a:ext cx="4095750" cy="418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17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E7306-E933-4D6D-A9E5-78372B0C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1F210-F95F-49DA-B698-3C099A2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EE2E1-014E-453C-B11C-820F4CE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상품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DD78B-DBB6-43FB-91E9-098848A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티켓 종류·수량·가격·사용기한을 결제 전에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E5D31-3B67-43CE-832A-E28BBB3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81DB0-D140-4288-A186-85B636F5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5BF96-455E-4759-B3C3-0EA8E2BF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5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E9098-7CEA-44EA-8FA3-DCC48091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CA0EF-8490-49DC-BDDD-BFA4765F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만남 티켓 1장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A1967-D973-4E03-894F-92BD157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4312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25"/>
          </a:bodyPr>
          <a:lstStyle xmlns:a="http://schemas.openxmlformats.org/drawingml/2006/main">
            <a:defPPr algn="l">
              <a:def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30,000원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E814A-7C2D-4A63-98F9-C086E7C6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D2F5C-360C-4E2A-A7E1-F7F9C1A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만남 티켓 3장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74565-E973-4D3E-AAAD-B48BD01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717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25"/>
          </a:bodyPr>
          <a:lstStyle xmlns:a="http://schemas.openxmlformats.org/drawingml/2006/main">
            <a:defPPr algn="l">
              <a:def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85,000원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7A915-96E5-4EAE-9A98-CB7C0BE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1B5C4-D4B5-41F3-8445-73CE0A00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08D00-E62E-49D2-87E9-A0F3096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사용기한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761D1-0DC6-4CC7-A2D9-F7178A8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결제 후 발급일로부터 12개월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56FCA-A19C-4863-A82B-366931A0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AB394-021D-4286-9C7A-E784E55A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만남 불발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C26BC-EBA4-41BF-B161-9CD29B3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상대 무응답·상대 사유 취소 시 티켓 반환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2D809-8817-4F0B-936C-6728637F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76425"/>
            <a:ext cx="42481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F3795-A260-480E-8B86-441CE1E9F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68cc8c0574fab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7191375" y="1952625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28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E1A64-5EDE-4786-899B-1684540E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49E8F-1DC0-461E-BB0F-E9C311E1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FB8C-6D1E-4DDB-9F23-4B3BC9FA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결제 정보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03B54-F6BF-4565-99FE-6E44C4E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주문 상품 · 금액 · 12개월 제공기간 · 환불 조건 링크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3B9EF-B958-48FD-820E-DB9EF573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E9D5B-227E-436D-B706-FDA5621F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94CEB-BC43-4D9C-B4EB-D6B7FDB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6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1B6BC-ECAE-473F-A504-E284B5D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F3F1C-A5F1-4A01-A538-4C0BC1E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구매 상품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2494D-9C41-4E00-B567-B4740D8A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만남 티켓 1장 / 30,000원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9C47E-8128-42FA-A1E5-57D9441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2C391-9BE2-440F-BE21-0F62E5A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제공기간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30B36-4E85-44E5-984A-2B92576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발급일부터 최대 12개월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9975-0BF0-43FF-8ADB-EC5DCB5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5BB9E-8E38-4C60-9011-0C3F8F6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결제 수단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42F40-D52A-4294-B20D-2BDCAD85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토스페이먼츠 위젯에서 신용·체크카드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26902-CDE1-41B8-A41A-7E0C3A5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66900"/>
            <a:ext cx="42481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F7F13-99CA-4A2F-80F5-30E6EEA3F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36e46df6c4368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7191375" y="194310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30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88B00-5534-4C7A-BED3-85C6580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73B4-5FBE-4D77-B44A-3DD2667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95CB0-E9D7-496D-9BC9-FEC8817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결제 동의와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893B-F386-4C3C-9925-5950BA9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필수 동의 확인 후 30,000원 결제하기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DB23E-AAE9-4539-AF02-E14B30EA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0F55C-EAF8-4C43-882A-3FD20C40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74F22-AE2B-4081-A1B6-EFE1AF9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7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02A38-742D-46D1-B26D-0D68BB1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E876E-C446-4B50-917A-69E0DB7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카드사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0EA81-3F6A-4B07-B0F9-1A47050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국민카드 등 결제 카드사를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4B4B5-5C3B-4F6C-8508-804A7A90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FC595-FC79-4077-AA70-E96AC9C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필수 동의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7A73C-489E-4689-A0E4-996F78C2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토스 결제 서비스 이용약관·개인정보 처리 동의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1F0A-5389-4810-A0EB-86B7CCB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BCDA0-281E-4E55-A5BC-4E795B2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결제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C3058-5B46-4B3A-A81C-4BC9BE3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30,000원 결제하기 버튼으로 카드 인증창 진입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ABBF8-8999-4596-BACB-41D605B6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66900"/>
            <a:ext cx="42481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52BEE-2210-4234-995B-69211B7C5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6eca7f80a4b4d"/>
          <a:srcRect xmlns:a="http://schemas.openxmlformats.org/drawingml/2006/main" l="31000" t="0" r="31000" b="0"/>
          <a:stretch xmlns:a="http://schemas.openxmlformats.org/drawingml/2006/main"/>
        </p:blipFill>
        <p:spPr>
          <a:xfrm xmlns:a="http://schemas.openxmlformats.org/drawingml/2006/main">
            <a:off x="7191375" y="194310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07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EE6F1-1E32-4FC3-9FB7-619DDC2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4CD94-33A4-435C-83BB-BBAB2D0F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201F-9C6A-4C7D-9348-6D2486ED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카드 결제창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5E3F8-343E-421B-BD3C-B07485A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토스페이먼츠 전자결제 · KB국민카드 테스트 인증창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BA607-DB77-49F1-BBA9-03CBFEE6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46469-E1BB-4DE2-B452-03FD2451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97F96-8AE7-4B12-A663-7707D6E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8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4AB33-D577-4851-A03E-51AD497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C6762-1B08-4233-9E70-685ED32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연동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F40C1-ED90-4B58-BBAA-1C020DA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토스페이먼츠 결제위젯 직접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5E5ED-64A0-475C-AE07-C3444767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E56EC-2783-4176-ABDF-004A8D3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테스트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22BAA-F290-4861-8F93-B56DC3C9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개발환경 · 토스 테스트 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08668-45D4-44BE-ACD1-1C2FED55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FD59E-95D6-4D6B-B6D6-92348A0A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538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운영 결제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3117D-0523-4F1A-923E-C448A32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계약용 운영 키·유료 플래그 활성화 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337AE-BB44-406F-88DC-9138545C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57375"/>
            <a:ext cx="4676775" cy="4257675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2DBEA-96E2-4C13-8756-D1F38D689C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20c86b2674c86"/>
          <a:srcRect xmlns:a="http://schemas.openxmlformats.org/drawingml/2006/main" l="17459" t="0" r="17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2775" y="1933575"/>
            <a:ext cx="4524375" cy="4105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85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A28F5-00CB-4925-8349-69F8E83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E6437-2D53-436D-A036-ADBFE6D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96E50-9E40-436C-BB80-DA31EEA0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결제 완료와 취소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1B7C8-35B5-40FC-827E-4308C54E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별도 선행 샌드박스 거래에서 완료·취소 화면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7E5D2-62D8-4AF1-A01B-9B6056B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FC0D2-1D64-4429-B57A-552AD6DF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4FE77-004C-4568-A47F-7D68F04F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9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DFBBF-0A73-45F4-B005-251227B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3019425" cy="3905250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6CC3-1132-4B99-A350-866422769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2ccae1f174c51"/>
          <a:stretch xmlns:a="http://schemas.openxmlformats.org/drawingml/2006/main"/>
        </p:blipFill>
        <p:spPr>
          <a:xfrm xmlns:a="http://schemas.openxmlformats.org/drawingml/2006/main">
            <a:off x="1080348" y="2066925"/>
            <a:ext cx="2458928" cy="3752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68084-AB9F-4C06-8C82-D1105875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90725"/>
            <a:ext cx="3019425" cy="3905250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AA00E-1E67-45EF-B24F-4AECC3694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56ac954c64637"/>
          <a:stretch xmlns:a="http://schemas.openxmlformats.org/drawingml/2006/main"/>
        </p:blipFill>
        <p:spPr>
          <a:xfrm xmlns:a="http://schemas.openxmlformats.org/drawingml/2006/main">
            <a:off x="4861773" y="2066925"/>
            <a:ext cx="2458928" cy="3752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26E4-FBC8-407D-9352-6EE498C8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90725"/>
            <a:ext cx="3019425" cy="3905250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56DCF-A94B-43BB-995D-C851476F3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52cf120734435"/>
          <a:stretch xmlns:a="http://schemas.openxmlformats.org/drawingml/2006/main"/>
        </p:blipFill>
        <p:spPr>
          <a:xfrm xmlns:a="http://schemas.openxmlformats.org/drawingml/2006/main">
            <a:off x="8643198" y="2066925"/>
            <a:ext cx="2458928" cy="3752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4BDCA-6611-40B4-BC25-6E532984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2867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① 결제 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229E4-F98C-41BB-A4C7-01ED3A3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895975"/>
            <a:ext cx="2867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② 미사용 주문 취소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CCC04-BB11-48AF-BC93-BEF30D8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895975"/>
            <a:ext cx="2867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③ 결제 취소 완료</a:t>
            </a:r>
          </a:p>
        </p:txBody>
      </p:sp>
    </p:spTree>
    <p:extLst>
      <p:ext uri="{BB962C8B-B14F-4D97-AF65-F5344CB8AC3E}">
        <p14:creationId xmlns:p14="http://schemas.microsoft.com/office/powerpoint/2010/main" val="1169010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A0BD3-DD09-40DD-BE15-D9F802CF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77AA-1B7A-4DBE-8D72-0857218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7708D"/>
                </a:solidFill>
                <a:latin typeface="Apple SD Gothic Neo"/>
                <a:ea typeface="Apple SD Gothic Neo"/>
                <a:cs typeface="Apple SD Gothic Neo"/>
              </a:rPr>
              <a:t>AFTER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B6B80-8B86-4579-A581-B13100A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심사 제출 전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368EA-5B54-4D5D-A1A0-D0FCFF0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이 자료는 샌드박스 결제경로 증빙이며 운영 결제 증빙은 아닙니다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7AEF9-7F37-4AD1-B9DC-10ADF6DD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1813-5433-478D-8A65-7CE9A35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로컬 샌드박스 화면 · 실제 청구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9EC75-E306-4BCF-9A61-F5B14FB2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1656C"/>
                </a:solidFill>
                <a:latin typeface="Apple SD Gothic Neo"/>
                <a:ea typeface="Apple SD Gothic Neo"/>
                <a:cs typeface="Apple SD Gothic Neo"/>
              </a:rPr>
              <a:t>10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29C75-EA29-4C2A-A65F-0FB86C4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8204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F9802-8C39-4D1D-BED8-9E12289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7715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1312E-F5C9-40A4-9EAF-9027188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07564-8CFF-45AC-8388-D1D32F8B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47900"/>
            <a:ext cx="9191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로컬 카드 결제창 · 30,000원 승인 · 전액 취소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D25B8-C484-418C-98AD-EB008B32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204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D1A6E-F533-4599-8106-6C882F2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7715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97B78-B515-4D20-9156-C7D7691C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3847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90D09-28C5-44BF-8004-C868B7A8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9191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상품 가격 · 12개월 기한 · 환불 조항 화면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6AC18-E6AA-419E-ABC5-9886DDB5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8204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FC12A-7530-4261-8D82-EF370B1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81425"/>
            <a:ext cx="7715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207FD-9395-4D89-A13A-5AC4C4FB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0047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남음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E6442-2942-4020-9BBD-1A3A5A39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71900"/>
            <a:ext cx="9191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공개 사이트 유료 플래그 및 계약용 운영 키 활성화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C0CFB-4A60-40B7-81BB-201DFFA6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83853-5288-476D-BA9F-A43855D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7715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A3FB3-C3BB-4459-9DF5-4189D66E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6247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남음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FE210-0D1E-4F8B-BE96-50A9EE25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33900"/>
            <a:ext cx="9191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공개 페이지 사업자 전화번호·주소 원문 대조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F6D84-EFED-41E1-B944-5D6DA72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34B7C-6CA9-4311-8900-FFD0DD00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7715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E8234-B8E1-4101-9F58-921BF23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2447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남음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12E27-8526-4B21-B105-FC672E88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95900"/>
            <a:ext cx="9191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82B34"/>
                </a:solidFill>
                <a:latin typeface="Apple SD Gothic Neo"/>
                <a:ea typeface="Apple SD Gothic Neo"/>
                <a:cs typeface="Apple SD Gothic Neo"/>
              </a:rPr>
              <a:t>운영 화면 재캡처 및 기존 회원 약관 재동의</a:t>
            </a:r>
          </a:p>
        </p:txBody>
      </p:sp>
    </p:spTree>
    <p:extLst>
      <p:ext uri="{BB962C8B-B14F-4D97-AF65-F5344CB8AC3E}">
        <p14:creationId xmlns:p14="http://schemas.microsoft.com/office/powerpoint/2010/main" val="533265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2026-10-09T16:01:02.9140000Z</dcterms:created>
  <dcterms:modified xsi:type="dcterms:W3CDTF">2026-10-09T16:01:02.9140000Z</dcterms:modified>
</coreProperties>
</file>